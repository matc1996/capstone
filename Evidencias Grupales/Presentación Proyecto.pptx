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71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QrTaf0ILvLaJ3l4tFoe+debm4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A837EC-EB44-4246-9DE0-9BE898C58727}">
  <a:tblStyle styleId="{19A837EC-EB44-4246-9DE0-9BE898C587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4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InmoVR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5" y="1710826"/>
            <a:ext cx="7633549" cy="5058823"/>
            <a:chOff x="0" y="0"/>
            <a:chExt cx="7633549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49" y="7"/>
              <a:ext cx="5970900" cy="14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Nicolás Segovia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Define objetivos, prioriza requerimientos y valida resultados del proyecto.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César Gacitúa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Coordina el equipo, gestiona la metodología ágil y asegura el cumplimiento de plazos.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Marcelo Tapia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Full Stack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 frontend y backend, integra datos y construye la solución completa.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InmoVR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InmoVR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clientes de inmobiliarias no logran visualizar correctamente los espacios de una propiedad antes de su construcción o visita física, lo que dificulta la toma de decisiones y retrasa el proceso de venta.</a:t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software inmersivo con tecnología 3D que permita a los clientes recorrer virtualmente las propiedades, visualizar espacios en escala real y personalizar elementos, mejorando la experiencia de compra y acelerando la toma de decisiones.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InmoVR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software inmersivo en 3D que permita a los clientes de inmobiliarias recorrer virtualmente propiedades, visualizar espacios en escala real y mejorar la experiencia de compra.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10962900" cy="15753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1- Diseñar entornos virtuales 3D representativos de las propiedades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2- Implementar navegación inmersiva mediante dispositivos de realidad virtual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3- Permitir la visualización y personalización de espacios interiores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4- Mejorar la comprensión de dimensiones y distribución de los espacios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5- Apoyar el proceso de decisión de compra mediante tecnología interactiva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InmoVR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20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4" name="Google Shape;134;p5"/>
          <p:cNvSpPr/>
          <p:nvPr/>
        </p:nvSpPr>
        <p:spPr>
          <a:xfrm>
            <a:off x="750750" y="2301189"/>
            <a:ext cx="10962900" cy="19926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Desarrollo de un prototipo funcional de software inmersivo en 3D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Visualización de una propiedad en entorno virtual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Navegación básica mediante dispositivos VR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Representación de espacios interiores en escala real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Interacción básica con el entorno (recorrido y visualización)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68100" y="1793300"/>
            <a:ext cx="23289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</a:t>
            </a:r>
            <a:endParaRPr sz="500"/>
          </a:p>
        </p:txBody>
      </p:sp>
      <p:sp>
        <p:nvSpPr>
          <p:cNvPr id="136" name="Google Shape;136;p5"/>
          <p:cNvSpPr txBox="1"/>
          <p:nvPr/>
        </p:nvSpPr>
        <p:spPr>
          <a:xfrm>
            <a:off x="197775" y="4357150"/>
            <a:ext cx="23289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750750" y="4808276"/>
            <a:ext cx="10962900" cy="19926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incluye integración con sistemas reales de inmobiliarias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Modelado limitado a una o pocas propiedades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contempla implementación comercial a gran escala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Dependencia de hardware VR específico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Tiempo acotado para desarrollo y optimización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InmoVR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6" name="Google Shape;146;p6"/>
          <p:cNvSpPr/>
          <p:nvPr/>
        </p:nvSpPr>
        <p:spPr>
          <a:xfrm>
            <a:off x="614525" y="2040583"/>
            <a:ext cx="10962900" cy="46722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utilizó la metodología ágil Scrum para el desarrollo del proyecto, organizando el trabajo en iteraciones cortas (sprints), permitiendo avances progresivos, revisión constante y adaptación a cambios.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una planificación flexible y adaptativa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 la entrega continua de avances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 la coordinación y comunicación del equipo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detectar y corregir errores de forma temprana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ajusta a proyectos innovadores como el desarrollo de software inmersivo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7"/>
          <p:cNvSpPr txBox="1"/>
          <p:nvPr/>
        </p:nvSpPr>
        <p:spPr>
          <a:xfrm>
            <a:off x="136188" y="36892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InmoVR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-136187" y="151"/>
            <a:ext cx="12191999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" name="Imagen 4">
            <a:extLst>
              <a:ext uri="{FF2B5EF4-FFF2-40B4-BE49-F238E27FC236}">
                <a16:creationId xmlns:a16="http://schemas.microsoft.com/office/drawing/2014/main" id="{2736CA28-D91D-A6EC-6EEE-CA175D04A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5361"/>
            <a:ext cx="12192000" cy="6607277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570E883F-8BA1-C1F3-6DD0-DB4A6E9B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8112"/>
            <a:ext cx="12192001" cy="665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180782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E2B1BFE-1587-DC0C-F3DE-BE6D32A07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791"/>
            <a:ext cx="12192000" cy="657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345200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8"/>
          <p:cNvSpPr txBox="1"/>
          <p:nvPr/>
        </p:nvSpPr>
        <p:spPr>
          <a:xfrm>
            <a:off x="126663" y="230894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 dirty="0"/>
          </a:p>
        </p:txBody>
      </p:sp>
      <p:sp>
        <p:nvSpPr>
          <p:cNvPr id="162" name="Google Shape;162;p8"/>
          <p:cNvSpPr txBox="1"/>
          <p:nvPr/>
        </p:nvSpPr>
        <p:spPr>
          <a:xfrm>
            <a:off x="-2921580" y="2490405"/>
            <a:ext cx="1219199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3C0E83-0C18-74F5-7A83-361A1B78A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877" y="45248"/>
            <a:ext cx="5843162" cy="6767504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9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71" name="Google Shape;17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0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“NOMBRE DEL PROYECTO”</a:t>
            </a:r>
            <a:endParaRPr/>
          </a:p>
        </p:txBody>
      </p:sp>
      <p:sp>
        <p:nvSpPr>
          <p:cNvPr id="178" name="Google Shape;178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79" name="Google Shape;179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1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1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3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1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443</Words>
  <Application>Microsoft Office PowerPoint</Application>
  <PresentationFormat>Panorámica</PresentationFormat>
  <Paragraphs>65</Paragraphs>
  <Slides>16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MARCELO ANDRES TAPIA CAMPOS</cp:lastModifiedBy>
  <cp:revision>1</cp:revision>
  <dcterms:created xsi:type="dcterms:W3CDTF">2023-10-28T21:12:11Z</dcterms:created>
  <dcterms:modified xsi:type="dcterms:W3CDTF">2026-04-10T23:29:45Z</dcterms:modified>
</cp:coreProperties>
</file>