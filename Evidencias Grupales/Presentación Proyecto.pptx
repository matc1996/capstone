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QrTaf0ILvLaJ3l4tFoe+debm4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A837EC-EB44-4246-9DE0-9BE898C58727}">
  <a:tblStyle styleId="{19A837EC-EB44-4246-9DE0-9BE898C5872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InmoVR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21025" y="1710826"/>
            <a:ext cx="7633549" cy="5058823"/>
            <a:chOff x="0" y="0"/>
            <a:chExt cx="7633549" cy="435055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49" y="7"/>
              <a:ext cx="5970900" cy="14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Nicolás Segovia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Define objetivos, prioriza requerimientos y valida resultados del proyecto.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César</a:t>
              </a: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Gacitúa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Coordina el equipo, gestiona la metodología ágil y asegura el cumplimiento de plazos.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Marcelo Tapia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Full Stack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 frontend y backend, integra datos y construye la solución completa.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InmoVR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InmoVR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clientes de inmobiliarias no logran visualizar correctamente los espacios de una propiedad antes de su construcción o visita física, lo que dificulta la toma de decisiones y retrasa el proceso de venta.</a:t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software inmersivo con tecnología 3D que permita a los clientes recorrer virtualmente las propiedades, visualizar espacios en escala real y personalizar elementos, mejorando la experiencia de compra y acelerando la toma de decisiones.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InmoVR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" name="Google Shape;123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software inmersivo en 3D que permita a los clientes de inmobiliarias recorrer virtualmente propiedades, visualizar espacios en escala real y mejorar la experiencia de compra.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14514" y="4732407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1- Diseñar entornos virtuales 3D representativos de las propiedades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 Implementar navegación inmersiva mediante dispositivos de realidad virtual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3- Permitir la visualización y personalización de espacios interiores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 Mejorar la comprensión de dimensiones y distribución de los espacios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 Apoyar el proceso de decisión de compra mediante tecnología interactiva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0" name="Google Shape;1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InmoVR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0" y="1432655"/>
            <a:ext cx="12192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33" name="Google Shape;133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" name="Google Shape;134;p5"/>
          <p:cNvSpPr/>
          <p:nvPr/>
        </p:nvSpPr>
        <p:spPr>
          <a:xfrm>
            <a:off x="750750" y="2301189"/>
            <a:ext cx="10962900" cy="1992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de un prototipo funcional de software inmersivo en 3D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Visualización de una propiedad en entorno virtual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Navegación básica mediante dispositivos VR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Representación de espacios interiores en escala real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Interacción básica con el entorno (recorrido y visualización)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68100" y="1793300"/>
            <a:ext cx="2328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</a:t>
            </a:r>
            <a:endParaRPr sz="500"/>
          </a:p>
        </p:txBody>
      </p:sp>
      <p:sp>
        <p:nvSpPr>
          <p:cNvPr id="136" name="Google Shape;136;p5"/>
          <p:cNvSpPr txBox="1"/>
          <p:nvPr/>
        </p:nvSpPr>
        <p:spPr>
          <a:xfrm>
            <a:off x="197775" y="4357150"/>
            <a:ext cx="2328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750750" y="4808276"/>
            <a:ext cx="10962900" cy="1992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incluye integración con sistemas reales de inmobiliarias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Modelado limitado a una o pocas propiedades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contempla implementación comercial a gran escala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Dependencia de hardware VR específico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Tiempo acotado para desarrollo y optimización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InmoVR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6"/>
          <p:cNvSpPr/>
          <p:nvPr/>
        </p:nvSpPr>
        <p:spPr>
          <a:xfrm>
            <a:off x="614525" y="2040583"/>
            <a:ext cx="10962900" cy="4672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utilizó la metodología ágil Scrum para el desarrollo del proyecto, organizando el trabajo en iteraciones cortas (sprints), permitiendo avances progresivos, revisión constante y adaptación a cambios.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una planificación flexible y adaptativa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Facilita la entrega continua de avances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 la coordinación y comunicación del equipo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detectar y corregir errores de forma temprana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ajusta a proyectos innovadores como el desarrollo de software inmersivo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1" name="Google Shape;15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InmoVR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Utilizar cronograma de inicio, indicando el cumplimiento al término del proyecto 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55" name="Google Shape;155;p7"/>
          <p:cNvGraphicFramePr/>
          <p:nvPr/>
        </p:nvGraphicFramePr>
        <p:xfrm>
          <a:off x="1248696" y="25957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{19A837EC-EB44-4246-9DE0-9BE898C58727}</a:tableStyleId>
              </a:tblPr>
              <a:tblGrid>
                <a:gridCol w="1245550"/>
                <a:gridCol w="494150"/>
                <a:gridCol w="482175"/>
                <a:gridCol w="484950"/>
                <a:gridCol w="484950"/>
                <a:gridCol w="482175"/>
                <a:gridCol w="482175"/>
                <a:gridCol w="482175"/>
                <a:gridCol w="482175"/>
                <a:gridCol w="482175"/>
                <a:gridCol w="482175"/>
                <a:gridCol w="482175"/>
                <a:gridCol w="484025"/>
                <a:gridCol w="484025"/>
                <a:gridCol w="484025"/>
                <a:gridCol w="484025"/>
                <a:gridCol w="484025"/>
                <a:gridCol w="140125"/>
                <a:gridCol w="484025"/>
                <a:gridCol w="484025"/>
                <a:gridCol w="140125"/>
              </a:tblGrid>
              <a:tr h="524475">
                <a:tc row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gridSpan="1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 hMerge="1"/>
                <a:tc hMerge="1"/>
              </a:tr>
              <a:tr h="5405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883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800" u="none" cap="none" strike="noStrike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Describe actividades del punto anterior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5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4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0" name="Google Shape;16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/>
          </a:p>
        </p:txBody>
      </p:sp>
      <p:sp>
        <p:nvSpPr>
          <p:cNvPr id="162" name="Google Shape;162;p8"/>
          <p:cNvSpPr txBox="1"/>
          <p:nvPr/>
        </p:nvSpPr>
        <p:spPr>
          <a:xfrm>
            <a:off x="0" y="1432655"/>
            <a:ext cx="1219199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*Presentar esquema</a:t>
            </a:r>
            <a:endParaRPr/>
          </a:p>
        </p:txBody>
      </p:sp>
      <p:cxnSp>
        <p:nvCxnSpPr>
          <p:cNvPr id="163" name="Google Shape;163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8" name="Google Shape;16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71" name="Google Shape;171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6" name="Google Shape;17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/>
          </a:p>
        </p:txBody>
      </p:sp>
      <p:sp>
        <p:nvSpPr>
          <p:cNvPr id="178" name="Google Shape;178;p10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79" name="Google Shape;179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4" name="Google Shape;1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0" name="Google Shape;1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6" name="Google Shape;19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3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2" name="Google Shape;2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